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Intelligent Candidate Discovery &amp; Ranking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Redrob Hackathon: India Runs Data &amp; AI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Team Name: InternDedo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Problem Statement: Rank top 100 candidates from 100K profiles</a:t>
            </a:r>
          </a:p>
          <a:p>
            <a:pPr>
              <a:spcBef>
                <a:spcPts val="4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for a Senior AI Engineer role at Redrob AI</a:t>
            </a:r>
          </a:p>
          <a:p>
            <a:pPr>
              <a:spcBef>
                <a:spcPts val="12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Team Leader: Yashraj Kumar</a:t>
            </a:r>
          </a:p>
          <a:p>
            <a:pPr>
              <a:spcBef>
                <a:spcPts val="4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bt23ece018@iiitn.ac.in | IIIT Nagpur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What is our proposed solution?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I built a 5-stage AI pipeline that doesn't just match keywords — it actually understands who would be a good Senior AI Engineer.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core idea: combine two types of understanding —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1. Semantic understanding via BGE embeddings (what the candidate's career is really about)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2. Structured signal analysis (years of experience, skill depth, production work, title trajectory)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3. Deep reranking via cross-encoder that reads JD + candidate together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Then I fuse everything using Reciprocal Rank Fusion — no manual weight tuning needed for the retrieval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What differentiates our approach?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Most systems do keyword matching or basic TF-IDF. Mine is different: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-&gt; Bi-encoder + Cross-encoder architecture (like how Google Search works)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-&gt; 7 honeypot heuristics that catch fake/impossible profiles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-&gt; Anti-keyword-stuffer logic (catches Marketing Managers with inflated AI skill lists)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-&gt; Consulting vs product company detection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-&gt; Skill authenticity scoring (do skills actually appear in career descriptions?)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-&gt; Every ranking comes with fact-based reasoning, zero hallucination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JD Understanding &amp; Candidate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Key requirements I extracted from the JD: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Must-have skill buckets (I grouped related skills):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1. Embeddings/Retrieval: sentence-transformers, FAISS, Pinecone, ChromaDB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2. Vector DB/Search: Elasticsearch, Milvus, Weaviate, Vespa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3. Python/Coding: Python, PyTorch, TensorFlow, NumPy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4. Ranking/Evaluation: NDCG, MRR, learning-to-rank, reranking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Nice-to-have: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LLM fine-tuning (LoRA, RLHF, DPO)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MLOps (Kubernetes, MLflow, Docker)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Open-source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How I evaluate candidate fit beyond keywords: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I don't just check if someone listed 'PyTorch' — I check: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Career trajectory — is the title path heading toward AI/ML?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Skill authenticity — are listed skills actually mentioned in job descriptions?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Production signals — words like 'deployed', 'serving', 'latency' in descriptions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Experience sweet spot — Gaussian scoring centered at ~7 years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Consulting vs Product — entire career at TCS/Infosys = penalty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Behavioral signals — open to work, recruiter response rate, GitHub activity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Semantic similarity — BGE embedding distance between JD and resume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Ranking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How the system retrieves, scores, and ranks:</a:t>
            </a:r>
          </a:p>
          <a:p>
            <a:pPr>
              <a:spcBef>
                <a:spcPts val="4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500" b="1">
                <a:solidFill>
                  <a:srgbClr val="22C55E"/>
                </a:solidFill>
                <a:latin typeface="Calibri"/>
              </a:defRPr>
            </a:pPr>
            <a:r>
              <a:t>Stage 1 - Hard Filters: Remove honeypots (528 found) + experience band filter (2-20 yrs)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Result: 100K -&gt; ~92K viable candidates</a:t>
            </a:r>
          </a:p>
          <a:p>
            <a:pPr>
              <a:spcBef>
                <a:spcPts val="1000"/>
              </a:spcBef>
              <a:defRPr sz="1500" b="1">
                <a:solidFill>
                  <a:srgbClr val="22C55E"/>
                </a:solidFill>
                <a:latin typeface="Calibri"/>
              </a:defRPr>
            </a:pPr>
            <a:r>
              <a:t>Stage 2 - Hybrid Retrieval (92K -&gt; 2,000):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Dense: BGE-small-en-v1.5 cosine similarity (semantic understanding)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Sparse: Feature-based scoring (keyword/skill matching proxy)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Fusion: RRF = 1/(k+rank_dense) + 1/(k+rank_sparse) — no weight tuning needed</a:t>
            </a:r>
          </a:p>
          <a:p>
            <a:pPr>
              <a:spcBef>
                <a:spcPts val="1000"/>
              </a:spcBef>
              <a:defRPr sz="1500" b="1">
                <a:solidFill>
                  <a:srgbClr val="22C55E"/>
                </a:solidFill>
                <a:latin typeface="Calibri"/>
              </a:defRPr>
            </a:pPr>
            <a:r>
              <a:t>Stage 3 - Multi-Signal Reranker (2,000 -&gt; 200):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Career Fit (35%) | Skills Fit (25%) | Behavioral (20%) | Logistics (10%) | Background (10%)</a:t>
            </a:r>
          </a:p>
          <a:p>
            <a:pPr>
              <a:spcBef>
                <a:spcPts val="1000"/>
              </a:spcBef>
              <a:defRPr sz="1500" b="1">
                <a:solidFill>
                  <a:srgbClr val="22C55E"/>
                </a:solidFill>
                <a:latin typeface="Calibri"/>
              </a:defRPr>
            </a:pPr>
            <a:r>
              <a:t>Stage 4 - Cross-Encoder Reranker (200 -&gt; 100):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ms-marco-MiniLM-L-6-v2 reads (JD, candidate) pairs together via full self-attention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Final score = 70% multi-signal composite + 30% cross-encoder normalized</a:t>
            </a:r>
          </a:p>
          <a:p>
            <a:pPr>
              <a:spcBef>
                <a:spcPts val="1000"/>
              </a:spcBef>
              <a:defRPr sz="1500" b="1">
                <a:solidFill>
                  <a:srgbClr val="22C55E"/>
                </a:solidFill>
                <a:latin typeface="Calibri"/>
              </a:defRPr>
            </a:pPr>
            <a:r>
              <a:t>Stage 5 - Reasoning Generation: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Fact-based, per-candidate reasoning from actual profile data — no LLM, no hallucination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Explainability &amp; Data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How are ranking decisions explained?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Every candidate gets a specific, fact-based reasoning string. I wrote a rule-based reasoning generator that:</a:t>
            </a:r>
          </a:p>
          <a:p>
            <a:pPr>
              <a:spcBef>
                <a:spcPts val="2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References actual skills found in the profile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Mentions real companies and titles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Cites specific must-have skill coverage (e.g., '3/4 buckets')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Flags concerns like 'all consulting' or 'above preferred experience range'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B923C"/>
                </a:solidFill>
                <a:latin typeface="Calibri"/>
              </a:defRPr>
            </a:pPr>
            <a:r>
              <a:t>How I prevent hallucinations: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No LLM is used for reasoning. Everything is template-based from extracted features. If a skill isn't in the profile, it's never mentioned.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Handling suspicious profiles: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7 independent honeypot heuristics: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H1: Experience vs career history mismatch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H2: Expert skills with 0 months usage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H3: Too many expert skills + no assessments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H4: All skills at exact same proficiency (synthetic)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H5: Title-description mismatch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H6: Impossible tenure (20+ yrs at one company)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H7: Endorsement anomaly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22C55E"/>
                </a:solidFill>
                <a:latin typeface="Calibri"/>
              </a:defRPr>
            </a:pPr>
            <a:r>
              <a:t>Result: 528 honeypots caught, 0 in final top 100</a:t>
            </a:r>
          </a:p>
          <a:p>
            <a:pPr>
              <a:spcBef>
                <a:spcPts val="2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Anti-stuffer: Non-tech titles + high AI keyword density + low skill mention rate in career descriptions = score reduced to 15%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Complete workflow from JD input to ranked output: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B923C"/>
                </a:solidFill>
                <a:latin typeface="Calibri"/>
              </a:defRPr>
            </a:pPr>
            <a:r>
              <a:t>OFFLINE (run once, ~20 min):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python precompute.py --candidates candidates.jsonl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1. Load 100K candidates from JSONL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2. Extract 50+ structured features per candidate (titles, skills, production signals...)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3. Run 7 honeypot heuristics -&gt; flag 528 suspicious profiles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4. Pre-filter via feature scoring -&gt; top 5,000 shortlist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5. Compute BGE-small-en-v1.5 embeddings for 5,000 shortlisted (5000 x 384)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6. Compute JD embedding (1 x 384)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7. Save all artifacts to data/ directory (pickle + numpy)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22C55E"/>
                </a:solidFill>
                <a:latin typeface="Calibri"/>
              </a:defRPr>
            </a:pPr>
            <a:r>
              <a:t>ONLINE (87 seconds, CPU only, no network):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python rank.py --candidates candidates.jsonl --out submission.csv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1. Load pre-computed artifacts (~3s)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2. Hybrid retrieval: Dense + Sparse + RRF -&gt; top 2,000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3. Multi-signal reranking (5 components) -&gt; top 200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4. Cross-encoder reranking (ms-marco-MiniLM) -&gt; top 100 (~84s)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5. Generate reasoning + write submission.csv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1600" b="1">
                <a:solidFill>
                  <a:srgbClr val="8B5CF6"/>
                </a:solidFill>
                <a:latin typeface="Calibri"/>
              </a:defRPr>
            </a:pPr>
            <a:r>
              <a:t>candidates.jsonl (100K)     +     Job Description (Senior AI Engineer)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   |                                    |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   v                                    v</a:t>
            </a:r>
          </a:p>
          <a:p>
            <a:pPr>
              <a:spcBef>
                <a:spcPts val="2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[Feature Extraction]                [JD Embedding]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100K -&gt; 50+ features each           BGE-small (1x384)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   |</a:t>
            </a:r>
          </a:p>
          <a:p>
            <a:pPr>
              <a:spcBef>
                <a:spcPts val="200"/>
              </a:spcBef>
              <a:defRPr sz="1500" b="0">
                <a:solidFill>
                  <a:srgbClr val="FB923C"/>
                </a:solidFill>
                <a:latin typeface="Calibri"/>
              </a:defRPr>
            </a:pPr>
            <a:r>
              <a:t>  [Honeypot Detection] -- 528 flagged, removed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   |</a:t>
            </a:r>
          </a:p>
          <a:p>
            <a:pPr>
              <a:spcBef>
                <a:spcPts val="2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[Pre-Filter] -&gt; top 5,000 by feature score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   |</a:t>
            </a:r>
          </a:p>
          <a:p>
            <a:pPr>
              <a:spcBef>
                <a:spcPts val="2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[BGE Embeddings] -&gt; 5000 x 384 dense vectors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   |                                    |</a:t>
            </a:r>
          </a:p>
          <a:p>
            <a:pPr>
              <a:spcBef>
                <a:spcPts val="2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[Dense Retrieval]              [Sparse Retrieval]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   \                              /</a:t>
            </a:r>
          </a:p>
          <a:p>
            <a:pPr>
              <a:spcBef>
                <a:spcPts val="200"/>
              </a:spcBef>
              <a:defRPr sz="1500" b="1">
                <a:solidFill>
                  <a:srgbClr val="3B82F6"/>
                </a:solidFill>
                <a:latin typeface="Calibri"/>
              </a:defRPr>
            </a:pPr>
            <a:r>
              <a:t>          [Reciprocal Rank Fusion] -&gt; top 2,000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               |</a:t>
            </a:r>
          </a:p>
          <a:p>
            <a:pPr>
              <a:spcBef>
                <a:spcPts val="200"/>
              </a:spcBef>
              <a:defRPr sz="1500" b="1">
                <a:solidFill>
                  <a:srgbClr val="3B82F6"/>
                </a:solidFill>
                <a:latin typeface="Calibri"/>
              </a:defRPr>
            </a:pPr>
            <a:r>
              <a:t>          [Multi-Signal Reranker] -&gt; top 200</a:t>
            </a:r>
          </a:p>
          <a:p>
            <a:pPr>
              <a:spcBef>
                <a:spcPts val="2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        Career(35%) + Skills(25%) + Behavioral(20%) + Logistics(10%) + Background(10%)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               |</a:t>
            </a:r>
          </a:p>
          <a:p>
            <a:pPr>
              <a:spcBef>
                <a:spcPts val="200"/>
              </a:spcBef>
              <a:defRPr sz="1500" b="1">
                <a:solidFill>
                  <a:srgbClr val="22C55E"/>
                </a:solidFill>
                <a:latin typeface="Calibri"/>
              </a:defRPr>
            </a:pPr>
            <a:r>
              <a:t>          [Cross-Encoder Reranker] -&gt; top 100</a:t>
            </a:r>
          </a:p>
          <a:p>
            <a:pPr>
              <a:spcBef>
                <a:spcPts val="2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        ms-marco-MiniLM-L-6-v2  |  70% multi-signal + 30% cross-encoder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               |</a:t>
            </a:r>
          </a:p>
          <a:p>
            <a:pPr>
              <a:spcBef>
                <a:spcPts val="200"/>
              </a:spcBef>
              <a:defRPr sz="1500" b="1">
                <a:solidFill>
                  <a:srgbClr val="8B5CF6"/>
                </a:solidFill>
                <a:latin typeface="Calibri"/>
              </a:defRPr>
            </a:pPr>
            <a:r>
              <a:t>          [Reasoning Generator] -&gt; submission.csv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Ranking quality results: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Total candidates processed:     100,000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Honeypots detected &amp; filtered:  528</a:t>
            </a:r>
          </a:p>
          <a:p>
            <a:pPr>
              <a:spcBef>
                <a:spcPts val="400"/>
              </a:spcBef>
              <a:defRPr sz="1600" b="1">
                <a:solidFill>
                  <a:srgbClr val="22C55E"/>
                </a:solidFill>
                <a:latin typeface="Calibri"/>
              </a:defRPr>
            </a:pPr>
            <a:r>
              <a:t>  Honeypots in top 100:           0  (limit: &lt;=10)</a:t>
            </a:r>
          </a:p>
          <a:p>
            <a:pPr>
              <a:spcBef>
                <a:spcPts val="400"/>
              </a:spcBef>
              <a:defRPr sz="1600" b="1">
                <a:solidFill>
                  <a:srgbClr val="22C55E"/>
                </a:solidFill>
                <a:latin typeface="Calibri"/>
              </a:defRPr>
            </a:pPr>
            <a:r>
              <a:t>  Keyword stuffers in top 100:    0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AI/ML titles in top 100:        90/100</a:t>
            </a:r>
          </a:p>
          <a:p>
            <a:pPr>
              <a:spcBef>
                <a:spcPts val="400"/>
              </a:spcBef>
              <a:defRPr sz="1600" b="1">
                <a:solidFill>
                  <a:srgbClr val="22C55E"/>
                </a:solidFill>
                <a:latin typeface="Calibri"/>
              </a:defRPr>
            </a:pPr>
            <a:r>
              <a:t>  Non-tech titles in top 100:     0</a:t>
            </a:r>
          </a:p>
          <a:p>
            <a:pPr>
              <a:spcBef>
                <a:spcPts val="400"/>
              </a:spcBef>
              <a:defRPr sz="1600" b="1">
                <a:solidFill>
                  <a:srgbClr val="22C55E"/>
                </a:solidFill>
                <a:latin typeface="Calibri"/>
              </a:defRPr>
            </a:pPr>
            <a:r>
              <a:t>  Validation:                     PASSED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Top 5 ranked candidates: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1. Sr ML Engineer @ Zomato (7.2yr, CE:0.99)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2. Staff ML Engineer @ Yellow.ai (8.6yr, CE:0.94)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3. Sr AI Engineer @ Apple (5.9yr, CE:1.00)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4. Staff ML Engineer @ Paytm (7.0yr, CE:0.92)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5. Sr AI Engineer @ Netflix (7.8yr, CE:0.94)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Runtime &amp; compute constraints: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Ranking runtime:      87 seconds</a:t>
            </a:r>
          </a:p>
          <a:p>
            <a:pPr>
              <a:spcBef>
                <a:spcPts val="4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Time limit:           5 minutes (300s)</a:t>
            </a:r>
          </a:p>
          <a:p>
            <a:pPr>
              <a:spcBef>
                <a:spcPts val="400"/>
              </a:spcBef>
              <a:defRPr sz="1600" b="1">
                <a:solidFill>
                  <a:srgbClr val="22C55E"/>
                </a:solidFill>
                <a:latin typeface="Calibri"/>
              </a:defRPr>
            </a:pPr>
            <a:r>
              <a:t>  Headroom:             3.5 minutes spare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CPU only:             Yes (no GPU needed)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Network during rank:  None (fully offline)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RAM used:             ~4 GB peak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Live demo tested on HuggingFace Spaces:</a:t>
            </a:r>
          </a:p>
          <a:p>
            <a:pPr>
              <a:spcBef>
                <a:spcPts val="400"/>
              </a:spcBef>
              <a:defRPr sz="1500" b="0">
                <a:solidFill>
                  <a:srgbClr val="22C55E"/>
                </a:solidFill>
                <a:latin typeface="Calibri"/>
              </a:defRPr>
            </a:pPr>
            <a:r>
              <a:t>  AI Engineer (score: 0.8353) ranked #1</a:t>
            </a:r>
          </a:p>
          <a:p>
            <a:pPr>
              <a:spcBef>
                <a:spcPts val="3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Operations Manager (score: 0.2614) ranked #2</a:t>
            </a:r>
          </a:p>
          <a:p>
            <a:pPr>
              <a:spcBef>
                <a:spcPts val="300"/>
              </a:spcBef>
              <a:defRPr sz="1500" b="0">
                <a:solidFill>
                  <a:srgbClr val="FB923C"/>
                </a:solidFill>
                <a:latin typeface="Calibri"/>
              </a:defRPr>
            </a:pPr>
            <a:r>
              <a:t>  Honeypot profile correctly filtered 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Why I chose each technology: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Bi-Encoder: BAAI/bge-small-en-v1.5 (33M params)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Top-ranked on MTEB benchmark for its size. 384-dim vectors. 3x faster than bge-base on CPU. I needed something that could encode 5000 candidates in minutes, not hours.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Cross-Encoder: ms-marco-MiniLM-L-6-v2 (22M params)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Trained on MS-MARCO passage ranking data. Unlike bi-encoders which encode separately, this reads JD + candidate together. More expensive but catches subtle matches bi-encoders miss.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Reciprocal Rank Fusion (RRF)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Used in production by Elasticsearch 8.x and Vespa. Merges dense + sparse rankings without needing to tune any weights. Formula: score = 1/(k+rank_dense) + 1/(k+rank_sparse)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Python + NumPy + sentence-transformers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Pure Python, no heavy infra needed. NumPy for vectorized ops on 100K candidates. Pickle/NPY for fast artifact serialization. Everything runs on a single machine.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Gradio on HuggingFace Spaces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Free tier, Python-native, instant deployment. Perfect for a demo sandbox — organizers can paste JSON and see results immediately.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Submission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GitHub Repository:</a:t>
            </a:r>
          </a:p>
          <a:p>
            <a:pPr>
              <a:spcBef>
                <a:spcPts val="600"/>
              </a:spcBef>
              <a:defRPr sz="1600" b="0">
                <a:solidFill>
                  <a:srgbClr val="3B82F6"/>
                </a:solidFill>
                <a:latin typeface="Calibri"/>
              </a:defRPr>
            </a:pPr>
            <a:r>
              <a:t>  https://github.com/Yashraj0906/Intelligent-Candidate-Ranking-System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Full source code, README with Mermaid architecture diagrams, demo results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Live Demo (HuggingFace Spaces):</a:t>
            </a:r>
          </a:p>
          <a:p>
            <a:pPr>
              <a:spcBef>
                <a:spcPts val="600"/>
              </a:spcBef>
              <a:defRPr sz="1600" b="0">
                <a:solidFill>
                  <a:srgbClr val="3B82F6"/>
                </a:solidFill>
                <a:latin typeface="Calibri"/>
              </a:defRPr>
            </a:pPr>
            <a:r>
              <a:t>  https://huggingface.co/spaces/yashrajkumar623/Intelligent-Candidate-Ranking-System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Paste candidate JSON -&gt; get instant rankings with per-candidate reasoning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8B5CF6"/>
                </a:solidFill>
                <a:latin typeface="Calibri"/>
              </a:defRPr>
            </a:pPr>
            <a:r>
              <a:t>Reproduce the ranking:</a:t>
            </a:r>
          </a:p>
          <a:p>
            <a:pPr>
              <a:spcBef>
                <a:spcPts val="600"/>
              </a:spcBef>
              <a:defRPr sz="1600" b="0">
                <a:solidFill>
                  <a:srgbClr val="22C55E"/>
                </a:solidFill>
                <a:latin typeface="Calibri"/>
              </a:defRPr>
            </a:pPr>
            <a:r>
              <a:t>  python rank.py --candidates candidates.jsonl --out submission.csv</a:t>
            </a:r>
          </a:p>
          <a:p>
            <a:pPr>
              <a:spcBef>
                <a:spcPts val="3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Requires pre-computed artifacts in data/ directory (from precompute.py)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500" b="0">
                <a:solidFill>
                  <a:srgbClr val="CCCCCC"/>
                </a:solidFill>
                <a:latin typeface="Calibri"/>
              </a:defRPr>
            </a:pPr>
            <a:r>
              <a:t>AI Tools Used: Claude (via Antigravity IDE) for architecture discussion and code generation.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candidate data was sent to any hosted LLM. Ranking runs 100% offline on CPU.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Team InternDedo</a:t>
            </a:r>
          </a:p>
          <a:p>
            <a:pPr>
              <a:spcBef>
                <a:spcPts val="12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Yashraj Kumar | IIIT Nagpur</a:t>
            </a:r>
          </a:p>
          <a:p>
            <a:pPr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bt23ece018@iiitn.ac.in</a:t>
            </a:r>
          </a:p>
          <a:p>
            <a:pPr>
              <a:spcBef>
                <a:spcPts val="12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8B5CF6"/>
                </a:solidFill>
                <a:latin typeface="Calibri"/>
              </a:defRPr>
            </a:pPr>
            <a:r>
              <a:t>Built with genuine curiosity about how search &amp; ranking systems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